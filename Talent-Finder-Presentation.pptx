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3317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0233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 Portal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074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candidate matching, shortlisting, and submission tracking for staffing teams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83464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33756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sourcing organization or client account. Every record below belongs to exactly one tenant.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283464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333756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person's profile: contact info, skills, and an optional uploaded CV.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9088" y="283464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Order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333756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requisition with a required skill set, owned by a tenant.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2F5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81160" y="21945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53728" y="2834640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53728" y="3337560"/>
            <a:ext cx="22037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created when a recruiter shortlists a candidate against a job order.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feature: rank candidates against a job order's required skills, then shortlist in one click.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 - Recruiter Portal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606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240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TypeScript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Query for API calls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87452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874520"/>
            <a:ext cx="260604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874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560320"/>
            <a:ext cx="2240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strict mode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request validation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Layered: routes to repos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7452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74520"/>
            <a:ext cx="2606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874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560320"/>
            <a:ext cx="2240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primary keys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87452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874520"/>
            <a:ext cx="260604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560" y="1874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560320"/>
            <a:ext cx="22402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file uploads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 + mammoth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fuse.js fuzzy matching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insight summary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 - Recruiter Portal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80160" y="1965960"/>
            <a:ext cx="7498080" cy="960120"/>
          </a:xfrm>
          <a:prstGeom prst="roundRect">
            <a:avLst>
              <a:gd name="adj" fmla="val 7619"/>
            </a:avLst>
          </a:prstGeom>
          <a:solidFill>
            <a:srgbClr val="F2F5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554480" y="196596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9659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routers - wire path to controller, nothing else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2926080"/>
            <a:ext cx="274320" cy="109728"/>
          </a:xfrm>
          <a:prstGeom prst="down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3035808"/>
            <a:ext cx="7498080" cy="960120"/>
          </a:xfrm>
          <a:prstGeom prst="roundRect">
            <a:avLst>
              <a:gd name="adj" fmla="val 7619"/>
            </a:avLst>
          </a:prstGeom>
          <a:solidFill>
            <a:srgbClr val="E3FB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554480" y="3035808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035808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req, call service, shape res. No business logic, no Prisma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92040" y="3995928"/>
            <a:ext cx="274320" cy="109728"/>
          </a:xfrm>
          <a:prstGeom prst="down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4105656"/>
            <a:ext cx="7498080" cy="960120"/>
          </a:xfrm>
          <a:prstGeom prst="roundRect">
            <a:avLst>
              <a:gd name="adj" fmla="val 7619"/>
            </a:avLst>
          </a:prstGeom>
          <a:solidFill>
            <a:srgbClr val="F2F5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554480" y="4105656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4105656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matching algorithm, tenant rules, validation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5065776"/>
            <a:ext cx="274320" cy="109728"/>
          </a:xfrm>
          <a:prstGeom prst="down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5175504"/>
            <a:ext cx="7498080" cy="960120"/>
          </a:xfrm>
          <a:prstGeom prst="roundRect">
            <a:avLst>
              <a:gd name="adj" fmla="val 7619"/>
            </a:avLst>
          </a:prstGeom>
          <a:solidFill>
            <a:srgbClr val="E3FB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554480" y="5175504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5175504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place that imports the Prisma client and runs queries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controller never calls Prisma directly. A service never touches req or res. Enforced even for one-line CRUD.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 - Recruiter Portal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Multi-Tenancy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tenant-scoped table (Candidate, JobOrder, Submission) carries a tenantId foreign key.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repository query for these tables must filter by tenantId - there is no shared or global view across tenants.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tenant lives in Redux, persisted to localStorage, and travels on every request as an X-Tenant-Id header.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server-side at the repository layer, never trusted from a record ID alone.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874520"/>
            <a:ext cx="4572000" cy="3977640"/>
          </a:xfrm>
          <a:prstGeom prst="roundRect">
            <a:avLst>
              <a:gd name="adj" fmla="val 1839"/>
            </a:avLst>
          </a:prstGeom>
          <a:solidFill>
            <a:srgbClr val="141B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60920" y="2148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 WE FOUND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24688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RTK Query caches by argument, not headers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315468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tenants sent a new X-Tenant-Id header, but the query args were unchanged - so RTK Query served the previous tenant's cached list.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include tenantId explicitly in every tenant-scoped query's own arguments, so the cache key changes when the tenant does.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 - Recruiter Portal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21408"/>
            <a:ext cx="210312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267712"/>
            <a:ext cx="18836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18288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2121408"/>
            <a:ext cx="210312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0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2267712"/>
            <a:ext cx="18836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email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cvPath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0640" y="182880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20640" y="18288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2121408"/>
            <a:ext cx="210312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JobOrder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2267712"/>
            <a:ext cx="18836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status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06640" y="1828800"/>
            <a:ext cx="21031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6640" y="18288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2121408"/>
            <a:ext cx="210312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516368" y="2267712"/>
            <a:ext cx="18836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candidateId, jobOrderId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matchCount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77440" y="3520440"/>
            <a:ext cx="17373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377440" y="352044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3813048"/>
            <a:ext cx="173736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468880" y="3520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CandidateSkill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2487168" y="3959352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skillId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43400" y="3520440"/>
            <a:ext cx="1371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43400" y="352044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43400" y="3813048"/>
            <a:ext cx="137160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34840" y="35204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453128" y="3959352"/>
            <a:ext cx="11521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43600" y="3520440"/>
            <a:ext cx="1828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3520440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813048"/>
            <a:ext cx="18288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35040" y="3520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JobOrderRequiredSkill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053328" y="3959352"/>
            <a:ext cx="1609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jobOrderId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32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skillId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83280" y="3246120"/>
            <a:ext cx="274320" cy="228600"/>
          </a:xfrm>
          <a:prstGeom prst="down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3246120"/>
            <a:ext cx="274320" cy="228600"/>
          </a:xfrm>
          <a:prstGeom prst="down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33088" y="4050792"/>
            <a:ext cx="192024" cy="219456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33288" y="4050792"/>
            <a:ext cx="192024" cy="219456"/>
          </a:xfrm>
          <a:prstGeom prst="rightArrow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2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and JobOrder each own many join rows below them.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2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sits between both join tables as the normalized, reusable vocabulary.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349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 the root scope for Candidate, JobOrder, and Submission (tenantId FK on each, arrows omitted for clarity). Every scoped query filters on it.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 - Recruiter Portal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Skill-Based Matching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normalized entities, not comma-separated strings - joined via CandidateSkill and JobOrderRequiredSkill.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035040" cy="3931920"/>
          </a:xfrm>
          <a:prstGeom prst="roundRect">
            <a:avLst>
              <a:gd name="adj" fmla="val 1860"/>
            </a:avLst>
          </a:prstGeom>
          <a:solidFill>
            <a:srgbClr val="0F1638"/>
          </a:solidFill>
          <a:ln w="12700">
            <a:solidFill>
              <a:srgbClr val="2A34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cs."candidateId",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COUNT(*)::int AS "matchCount",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array_agg(s."name") AS "matchedSkillNames"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job_order_required_skills jors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candidate_skills cs ON cs."skillId" = jors."skillId"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candidates c ON c."id" = cs."candidateId"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skills s ON s."id" = cs."skillId"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jors."jobOrderId" = ${jobOrderId}::uuid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c."tenantId" = ${tenantId}::uuid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cs."candidateId"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"matchCount" DESC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10312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case-insensitive name intersection between a candidate's skills and a job order's required skills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match count, descending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Zero-match candidates are excluded entirely, not shown as "0 matches"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one parameterized raw SQL join, not an application-code loop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(fuse.js) is scoped only to CV auto-fill - never the core ranking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 - Recruiter Portal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Auto-Fill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5588" y="233172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7558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42900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(memory storage) accepts the file; file-type verifies real bytes, not just the extension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32888" y="3657600"/>
            <a:ext cx="100584" cy="182880"/>
          </a:xfrm>
          <a:prstGeom prst="right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10312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E3FB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78708" y="233172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7870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3017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42900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 or mammoth pulls raw text from PDF / DOCX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36008" y="3657600"/>
            <a:ext cx="100584" cy="182880"/>
          </a:xfrm>
          <a:prstGeom prst="right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10312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1828" y="233172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182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017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42900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 (NLP) pulls out name and location entities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39128" y="3657600"/>
            <a:ext cx="100584" cy="182880"/>
          </a:xfrm>
          <a:prstGeom prst="right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210312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E3FB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4948" y="233172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494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3017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342900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fuse.js fuzzily matches extracted words against the known skill list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42248" y="3657600"/>
            <a:ext cx="100584" cy="182880"/>
          </a:xfrm>
          <a:prstGeom prst="right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61120" y="2103120"/>
            <a:ext cx="1965960" cy="329184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688068" y="2331720"/>
            <a:ext cx="512064" cy="51206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88068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3017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3429000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reviews and edits auto-filled fields before saving - never silent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5778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 fixed after live testing: fuse.js flagged "India" as a fuzzy match for "Django". Tightened threshold to 0.2, added minMatchCharLength and a length &gt; 3 guard.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 - Recruiter Portal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FEATURE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Match Insight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OpenAI-compatible chat completion call (gpt-4o-mini) summarizes why a candidate ranks where they do.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optional per the spec - the app is fully functional with this feature disabled.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a typed ServiceUnavailableError on missing API key, network failure, or empty completion - never silently breaks the page.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strictly to explanation text; it never changes match ranking or scores.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874520"/>
            <a:ext cx="4572000" cy="3977640"/>
          </a:xfrm>
          <a:prstGeom prst="roundRect">
            <a:avLst>
              <a:gd name="adj" fmla="val 1839"/>
            </a:avLst>
          </a:prstGeom>
          <a:solidFill>
            <a:srgbClr val="141B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214884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60920" y="21488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274320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"Alex matches 4 of 5 required skills for this role, including both must-have skills: React and TypeScript. The one gap is GraphQL experience."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4389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generated summary shown to the recruiter alongside the ranked match list.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5166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gpt-4o-mini  -  api.openai.com/v1  -  server-side only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 - Recruiter Portal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by Verification, Not Assumption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126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real browser screenshots (headless Edge) at mobile widths, not just resized DevTools.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inputs and skill tags: added w-full and min-w-0 so they stop falling back to intrinsic sizing.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cards: CSS Grid's default min-width: auto was clipping labels - fixed with min-w-0 and truncate.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tables: HTML's table-layout: auto ignores max-width hints on cell content - fixed with table-fixed on mobile plus explicit column widths.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086600" y="1874520"/>
            <a:ext cx="4572000" cy="3977640"/>
          </a:xfrm>
          <a:prstGeom prst="roundRect">
            <a:avLst>
              <a:gd name="adj" fmla="val 1839"/>
            </a:avLst>
          </a:prstGeom>
          <a:solidFill>
            <a:srgbClr val="E3FB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06640" y="2148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2468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known edge case, deprioritized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30632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exactly 390px width, the Job Orders table's Actions column sits marginally off-screen due to long title text - root cause identified, fix deprioritized by product call to focus on core deliverables first.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 - Recruiter Portal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SPEED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Performance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2F5FC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across both server and client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48 tests, service-layer focus with mocked repositories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9 tests on pure utility functions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 added for the fuse.js false-positive fix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87452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E3FBF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6517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migrated from text to native Postgres uuid columns (@db.Uuid)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added: skillId on both join tables, jobOrderId on Submission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algorithm pushed into one SQL join instead of an app-code loop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3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::uuid casts required after the migration - Postgres dropped implicit text-to-uuid casting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 - Recruiter Portal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Made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0F1638"/>
          </a:solidFill>
          <a:ln w="12700">
            <a:solidFill>
              <a:srgbClr val="2A34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auth or login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7180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has no login user story - deliberately left out rather than adding unrequested JWT/session scaffolding.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0F1638"/>
          </a:solidFill>
          <a:ln w="12700">
            <a:solidFill>
              <a:srgbClr val="2A34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194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= sourcing channel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97180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as the natural multi-tenant boundary for a recruiting org managing multiple client accounts.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0F1638"/>
          </a:solidFill>
          <a:ln w="12700">
            <a:solidFill>
              <a:srgbClr val="2A34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194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Shared-schema multi-tenancy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97180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Postgres schema with tenantId filtering, not schema-per-tenant - simpler ops at this scale.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0F1638"/>
          </a:solidFill>
          <a:ln w="12700">
            <a:solidFill>
              <a:srgbClr val="2A34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21945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 parsing is best-effort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971800"/>
            <a:ext cx="2240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feature; a working manual form is treated as equally acceptable per the spec.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 - Recruiter Portal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 - happy to walk through the code, the schema, or the matching algorithm live.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Finder - Recruiter Portal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2026-09-18T00:08:03Z</dcterms:created>
  <dcterms:modified xsi:type="dcterms:W3CDTF">2026-09-18T00:08:03Z</dcterms:modified>
</cp:coreProperties>
</file>